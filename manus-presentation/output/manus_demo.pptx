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Manus 演示：展示我们的价值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Manus 是面向文档处理与信息检索的 AI 助手，能够快速提取要点、生成报告、执行数据清洗与自动化任务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文档摘要与结构化提取</a:t>
            </a:r>
          </a:p>
          <a:p>
            <a:pPr>
              <a:defRPr sz="1400"/>
            </a:pPr>
            <a:r>
              <a:t>- 批量文档搜索与问答（知识库）</a:t>
            </a:r>
          </a:p>
          <a:p>
            <a:pPr>
              <a:defRPr sz="1400"/>
            </a:pPr>
            <a:r>
              <a:t>- 文档格式转换与清理</a:t>
            </a:r>
          </a:p>
          <a:p>
            <a:pPr>
              <a:defRPr sz="1400"/>
            </a:pPr>
            <a:r>
              <a:t>- 报告与演示自动生成</a:t>
            </a:r>
          </a:p>
          <a:p>
            <a:pPr>
              <a:defRPr sz="1400"/>
            </a:pPr>
            <a:r>
              <a:t>- 代码审查与轻量修复建议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可用工具与接口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浏览器抓取与页面交互</a:t>
            </a:r>
          </a:p>
          <a:p>
            <a:pPr>
              <a:defRPr sz="1400"/>
            </a:pPr>
            <a:r>
              <a:t>- 文件系统读写与格式转换</a:t>
            </a:r>
          </a:p>
          <a:p>
            <a:pPr>
              <a:defRPr sz="1400"/>
            </a:pPr>
            <a:r>
              <a:t>- Shell 与脚本执行</a:t>
            </a:r>
          </a:p>
          <a:p>
            <a:pPr>
              <a:defRPr sz="1400"/>
            </a:pPr>
            <a:r>
              <a:t>- 部署与临时访问（演示用）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工作流程（示例）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收集文档或数据源</a:t>
            </a:r>
          </a:p>
          <a:p>
            <a:pPr>
              <a:defRPr sz="1400"/>
            </a:pPr>
            <a:r>
              <a:t>2. 索引与预处理</a:t>
            </a:r>
          </a:p>
          <a:p>
            <a:pPr>
              <a:defRPr sz="1400"/>
            </a:pPr>
            <a:r>
              <a:t>3. 运行抽取/分析脚本</a:t>
            </a:r>
          </a:p>
          <a:p>
            <a:pPr>
              <a:defRPr sz="1400"/>
            </a:pPr>
            <a:r>
              <a:t>4. 生成摘要、报告或幻灯片</a:t>
            </a:r>
          </a:p>
          <a:p>
            <a:pPr>
              <a:defRPr sz="1400"/>
            </a:pPr>
            <a:r>
              <a:t>5. 部署临时演示或导出 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典型交付物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一页摘要与任务清单</a:t>
            </a:r>
          </a:p>
          <a:p>
            <a:pPr>
              <a:defRPr sz="1400"/>
            </a:pPr>
            <a:r>
              <a:t>- 可搜索的知识库问答接口说明</a:t>
            </a:r>
          </a:p>
          <a:p>
            <a:pPr>
              <a:defRPr sz="1400"/>
            </a:pPr>
            <a:r>
              <a:t>- 转换后的 Markdown/CSV 文件</a:t>
            </a:r>
          </a:p>
          <a:p>
            <a:pPr>
              <a:defRPr sz="1400"/>
            </a:pPr>
            <a:r>
              <a:t>- 可运行的演示 PPTX 或 Reveal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真实场景示例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技术白皮书快速摘要：节省会议准备时间</a:t>
            </a:r>
          </a:p>
          <a:p>
            <a:pPr>
              <a:defRPr sz="1400"/>
            </a:pPr>
            <a:r>
              <a:t>- 法律/合规文档结构化提取：提取关键条款</a:t>
            </a:r>
          </a:p>
          <a:p>
            <a:pPr>
              <a:defRPr sz="1400"/>
            </a:pPr>
            <a:r>
              <a:t>- 自动化周报生成：从变更日志到报告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将需处理的文档放到一个目录</a:t>
            </a:r>
          </a:p>
          <a:p>
            <a:pPr>
              <a:defRPr sz="1400"/>
            </a:pPr>
            <a:r>
              <a:t>2. 运行 `python scripts\generate_pptx.py slides.md output\manus_demo.pptx`</a:t>
            </a:r>
          </a:p>
          <a:p>
            <a:pPr>
              <a:defRPr sz="1400"/>
            </a:pPr>
            <a:r>
              <a:t>3. 打开 `output\manus_demo.pptx` 进行演示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如需我直接为你的某个文档生成摘要或把仓库内文档索引化，请告诉我文档路径或选择要运行的示例。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